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GPU Tic-Tac-Toe: A Battle of Strategies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Simulated Game Replay and Code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simulates a Tic-Tac-Toe game between two GPU players:</a:t>
            </a:r>
          </a:p>
          <a:p>
            <a:r>
              <a:t>- GPU 1 uses a random move strategy.</a:t>
            </a:r>
          </a:p>
          <a:p>
            <a:r>
              <a:t>- GPU 2 uses a minimax strategy.</a:t>
            </a:r>
          </a:p>
          <a:p>
            <a:r>
              <a:t>The game board is updated after each move and saved for replay.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code consists of:</a:t>
            </a:r>
          </a:p>
          <a:p>
            <a:r>
              <a:t>- A game engine managing the board and turns.</a:t>
            </a:r>
          </a:p>
          <a:p>
            <a:r>
              <a:t>- GPU 1 kernel for random move selection.</a:t>
            </a:r>
          </a:p>
          <a:p>
            <a:r>
              <a:t>- GPU 2 algorithm using minimax for optimal play.</a:t>
            </a:r>
          </a:p>
          <a:p>
            <a:r>
              <a:t>- JSON output storing board states for replay.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Move by GPU 1 at [0, 0]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Move by GPU 2 at [1, 1]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Move by GPU 1 at [0, 1]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X</a:t>
            </a:r>
            <a:endParaRPr sz="3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Move by GPU 2 at [2, 1]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X</a:t>
            </a:r>
            <a:endParaRPr sz="3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</a:t>
            </a:r>
            <a:endParaRPr sz="36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Move by GPU 1 at [0, 2]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3716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</a:t>
            </a:r>
            <a:endParaRPr sz="36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0" y="22860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200400"/>
            <a:ext cx="914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simulation demonstrates how two GPU strategies can compete in a simple game.</a:t>
            </a:r>
          </a:p>
          <a:p>
            <a:r>
              <a:t>GPU 1 (Random) vs GPU 2 (Minimax).</a:t>
            </a:r>
          </a:p>
          <a:p>
            <a:r>
              <a:t>The game history was recorded and replayed using PowerPoint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203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GPU Tic-Tac-Toe: A Battle of Strategies</vt:lpstr>
      <vt:lpstr>Project Overview</vt:lpstr>
      <vt:lpstr>Code Description</vt:lpstr>
      <vt:lpstr>Move by GPU 1 at [0, 0]</vt:lpstr>
      <vt:lpstr>Move by GPU 2 at [1, 1]</vt:lpstr>
      <vt:lpstr>Move by GPU 1 at [0, 1]</vt:lpstr>
      <vt:lpstr>Move by GPU 2 at [2, 1]</vt:lpstr>
      <vt:lpstr>Move by GPU 1 at [0, 2]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HARIHARAN J</cp:lastModifiedBy>
  <cp:revision>2</cp:revision>
  <dcterms:created xsi:type="dcterms:W3CDTF">2013-01-27T09:14:16Z</dcterms:created>
  <dcterms:modified xsi:type="dcterms:W3CDTF">2025-09-11T03:53:04Z</dcterms:modified>
  <cp:category/>
</cp:coreProperties>
</file>